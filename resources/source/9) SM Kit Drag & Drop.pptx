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6"/>
  </p:notesMasterIdLst>
  <p:sldIdLst>
    <p:sldId id="260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068" autoAdjust="0"/>
    <p:restoredTop sz="94660"/>
  </p:normalViewPr>
  <p:slideViewPr>
    <p:cSldViewPr snapToGrid="0">
      <p:cViewPr>
        <p:scale>
          <a:sx n="75" d="100"/>
          <a:sy n="75" d="100"/>
        </p:scale>
        <p:origin x="78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5F5E2-8C0F-47A7-A11D-05DF259C85B8}" type="datetimeFigureOut">
              <a:rPr lang="en-US" smtClean="0"/>
              <a:t>09-02-2026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E4AD5E-E7E2-425E-B1AA-ECF4D1935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988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F8CB59-908B-4018-AEF1-002170346D0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2299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F8CB59-908B-4018-AEF1-002170346D0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073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13" y="0"/>
            <a:ext cx="12209973" cy="6858000"/>
          </a:xfrm>
          <a:prstGeom prst="rect">
            <a:avLst/>
          </a:prstGeom>
        </p:spPr>
      </p:pic>
      <p:pic>
        <p:nvPicPr>
          <p:cNvPr id="9" name="Picture 8" descr="PPT slide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99" t="3336" r="2499" b="85555"/>
          <a:stretch>
            <a:fillRect/>
          </a:stretch>
        </p:blipFill>
        <p:spPr bwMode="auto">
          <a:xfrm>
            <a:off x="2" y="1"/>
            <a:ext cx="3219719" cy="1081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10519897" y="4419600"/>
            <a:ext cx="1676400" cy="2438400"/>
          </a:xfrm>
          <a:prstGeom prst="rect">
            <a:avLst/>
          </a:prstGeom>
          <a:solidFill>
            <a:srgbClr val="ED1B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ight Triangle 10"/>
          <p:cNvSpPr/>
          <p:nvPr userDrawn="1"/>
        </p:nvSpPr>
        <p:spPr>
          <a:xfrm rot="16200000">
            <a:off x="8462497" y="4800600"/>
            <a:ext cx="2438400" cy="1676400"/>
          </a:xfrm>
          <a:prstGeom prst="rtTriangle">
            <a:avLst/>
          </a:prstGeom>
          <a:solidFill>
            <a:srgbClr val="ED1B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2" name="Parallelogram 11"/>
          <p:cNvSpPr/>
          <p:nvPr userDrawn="1"/>
        </p:nvSpPr>
        <p:spPr>
          <a:xfrm>
            <a:off x="5312539" y="4432479"/>
            <a:ext cx="3581400" cy="2438400"/>
          </a:xfrm>
          <a:prstGeom prst="parallelogram">
            <a:avLst>
              <a:gd name="adj" fmla="val 69687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3" name="Parallelogram 12"/>
          <p:cNvSpPr/>
          <p:nvPr userDrawn="1"/>
        </p:nvSpPr>
        <p:spPr>
          <a:xfrm>
            <a:off x="8893939" y="1981200"/>
            <a:ext cx="3276600" cy="2438400"/>
          </a:xfrm>
          <a:prstGeom prst="parallelogram">
            <a:avLst>
              <a:gd name="adj" fmla="val 69687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40091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13" y="0"/>
            <a:ext cx="1220997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203977"/>
            <a:ext cx="1188723" cy="63093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4"/>
          <a:srcRect r="3839"/>
          <a:stretch/>
        </p:blipFill>
        <p:spPr>
          <a:xfrm>
            <a:off x="3110505" y="6253687"/>
            <a:ext cx="9096857" cy="576000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4698979" y="6311904"/>
            <a:ext cx="750838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</a:t>
            </a:r>
            <a:r>
              <a:rPr lang="en-US" sz="1700" b="1" baseline="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The </a:t>
            </a:r>
            <a:r>
              <a:rPr lang="en-US" sz="1700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Future of Mobility                                         </a:t>
            </a:r>
            <a:r>
              <a:rPr lang="en-US" sz="1700" b="1" baseline="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Create | Collaborate | Inspire </a:t>
            </a:r>
            <a:endParaRPr lang="en-US" sz="17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25" y="-28314"/>
            <a:ext cx="12764560" cy="715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302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13" y="0"/>
            <a:ext cx="1220997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2FED917-EE54-465F-9DB8-5EA42DCEA594}" type="datetimeFigureOut">
              <a:rPr lang="en-US" smtClean="0"/>
              <a:t>09-02-2026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EEDEBDE0-0D7C-46A0-9015-ABBE035B9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962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2FED917-EE54-465F-9DB8-5EA42DCEA594}" type="datetimeFigureOut">
              <a:rPr lang="en-US" smtClean="0"/>
              <a:t>09-02-2026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EEDEBDE0-0D7C-46A0-9015-ABBE035B9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545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2FED917-EE54-465F-9DB8-5EA42DCEA594}" type="datetimeFigureOut">
              <a:rPr lang="en-US" smtClean="0"/>
              <a:t>09-02-2026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EEDEBDE0-0D7C-46A0-9015-ABBE035B9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235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2FED917-EE54-465F-9DB8-5EA42DCEA594}" type="datetimeFigureOut">
              <a:rPr lang="en-US" smtClean="0"/>
              <a:t>09-02-2026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EEDEBDE0-0D7C-46A0-9015-ABBE035B9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872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2FED917-EE54-465F-9DB8-5EA42DCEA594}" type="datetimeFigureOut">
              <a:rPr lang="en-US" smtClean="0"/>
              <a:t>09-02-2026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EEDEBDE0-0D7C-46A0-9015-ABBE035B9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312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2FED917-EE54-465F-9DB8-5EA42DCEA594}" type="datetimeFigureOut">
              <a:rPr lang="en-US" smtClean="0"/>
              <a:t>09-02-2026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EEDEBDE0-0D7C-46A0-9015-ABBE035B9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251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2FED917-EE54-465F-9DB8-5EA42DCEA594}" type="datetimeFigureOut">
              <a:rPr lang="en-US" smtClean="0"/>
              <a:t>09-02-2026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EEDEBDE0-0D7C-46A0-9015-ABBE035B9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406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2FED917-EE54-465F-9DB8-5EA42DCEA594}" type="datetimeFigureOut">
              <a:rPr lang="en-US" smtClean="0"/>
              <a:t>09-02-2026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EEDEBDE0-0D7C-46A0-9015-ABBE035B9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506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2FED917-EE54-465F-9DB8-5EA42DCEA594}" type="datetimeFigureOut">
              <a:rPr lang="en-US" smtClean="0"/>
              <a:t>09-02-2026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EEDEBDE0-0D7C-46A0-9015-ABBE035B9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877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13" y="0"/>
            <a:ext cx="12209973" cy="6858000"/>
          </a:xfrm>
          <a:prstGeom prst="rect">
            <a:avLst/>
          </a:prstGeom>
        </p:spPr>
      </p:pic>
      <p:pic>
        <p:nvPicPr>
          <p:cNvPr id="9" name="Picture 8" descr="PPT slide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99" t="3336" r="2499" b="85555"/>
          <a:stretch>
            <a:fillRect/>
          </a:stretch>
        </p:blipFill>
        <p:spPr bwMode="auto">
          <a:xfrm>
            <a:off x="2" y="1"/>
            <a:ext cx="3219719" cy="1081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10519897" y="4419600"/>
            <a:ext cx="1676400" cy="2438400"/>
          </a:xfrm>
          <a:prstGeom prst="rect">
            <a:avLst/>
          </a:prstGeom>
          <a:solidFill>
            <a:srgbClr val="ED1B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ight Triangle 10"/>
          <p:cNvSpPr/>
          <p:nvPr userDrawn="1"/>
        </p:nvSpPr>
        <p:spPr>
          <a:xfrm rot="16200000">
            <a:off x="8462497" y="4800600"/>
            <a:ext cx="2438400" cy="1676400"/>
          </a:xfrm>
          <a:prstGeom prst="rtTriangle">
            <a:avLst/>
          </a:prstGeom>
          <a:solidFill>
            <a:srgbClr val="ED1B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2" name="Parallelogram 11"/>
          <p:cNvSpPr/>
          <p:nvPr userDrawn="1"/>
        </p:nvSpPr>
        <p:spPr>
          <a:xfrm>
            <a:off x="5312539" y="4432479"/>
            <a:ext cx="3581400" cy="2438400"/>
          </a:xfrm>
          <a:prstGeom prst="parallelogram">
            <a:avLst>
              <a:gd name="adj" fmla="val 69687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3" name="Parallelogram 12"/>
          <p:cNvSpPr/>
          <p:nvPr userDrawn="1"/>
        </p:nvSpPr>
        <p:spPr>
          <a:xfrm>
            <a:off x="8893939" y="1981200"/>
            <a:ext cx="3276600" cy="2438400"/>
          </a:xfrm>
          <a:prstGeom prst="parallelogram">
            <a:avLst>
              <a:gd name="adj" fmla="val 69687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021174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13" y="0"/>
            <a:ext cx="1220997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203977"/>
            <a:ext cx="1188723" cy="63093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4"/>
          <a:srcRect r="3839"/>
          <a:stretch/>
        </p:blipFill>
        <p:spPr>
          <a:xfrm>
            <a:off x="3110505" y="6253687"/>
            <a:ext cx="9096857" cy="576000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4698979" y="6311904"/>
            <a:ext cx="750838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</a:t>
            </a:r>
            <a:r>
              <a:rPr lang="en-US" sz="1700" b="1" baseline="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The </a:t>
            </a:r>
            <a:r>
              <a:rPr lang="en-US" sz="1700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Future of Mobility                                         </a:t>
            </a:r>
            <a:r>
              <a:rPr lang="en-US" sz="1700" b="1" baseline="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Create | Collaborate | Inspire </a:t>
            </a:r>
            <a:endParaRPr lang="en-US" sz="17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15" y="0"/>
            <a:ext cx="121955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0314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13" y="0"/>
            <a:ext cx="1220997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2FED917-EE54-465F-9DB8-5EA42DCEA594}" type="datetimeFigureOut">
              <a:rPr lang="en-US" smtClean="0"/>
              <a:t>09-02-2026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EEDEBDE0-0D7C-46A0-9015-ABBE035B9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9591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2FED917-EE54-465F-9DB8-5EA42DCEA594}" type="datetimeFigureOut">
              <a:rPr lang="en-US" smtClean="0"/>
              <a:t>09-02-2026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EEDEBDE0-0D7C-46A0-9015-ABBE035B9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127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2FED917-EE54-465F-9DB8-5EA42DCEA594}" type="datetimeFigureOut">
              <a:rPr lang="en-US" smtClean="0"/>
              <a:t>09-02-2026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EEDEBDE0-0D7C-46A0-9015-ABBE035B9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036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2FED917-EE54-465F-9DB8-5EA42DCEA594}" type="datetimeFigureOut">
              <a:rPr lang="en-US" smtClean="0"/>
              <a:t>09-02-2026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EEDEBDE0-0D7C-46A0-9015-ABBE035B9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1289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2FED917-EE54-465F-9DB8-5EA42DCEA594}" type="datetimeFigureOut">
              <a:rPr lang="en-US" smtClean="0"/>
              <a:t>09-02-2026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EEDEBDE0-0D7C-46A0-9015-ABBE035B9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576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2FED917-EE54-465F-9DB8-5EA42DCEA594}" type="datetimeFigureOut">
              <a:rPr lang="en-US" smtClean="0"/>
              <a:t>09-02-2026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EEDEBDE0-0D7C-46A0-9015-ABBE035B9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3272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2FED917-EE54-465F-9DB8-5EA42DCEA594}" type="datetimeFigureOut">
              <a:rPr lang="en-US" smtClean="0"/>
              <a:t>09-02-2026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EEDEBDE0-0D7C-46A0-9015-ABBE035B9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364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2FED917-EE54-465F-9DB8-5EA42DCEA594}" type="datetimeFigureOut">
              <a:rPr lang="en-US" smtClean="0"/>
              <a:t>09-02-2026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EEDEBDE0-0D7C-46A0-9015-ABBE035B9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328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2FED917-EE54-465F-9DB8-5EA42DCEA594}" type="datetimeFigureOut">
              <a:rPr lang="en-US" smtClean="0"/>
              <a:t>09-02-2026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EEDEBDE0-0D7C-46A0-9015-ABBE035B9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236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PT slide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99" t="3336" r="2499" b="85555"/>
          <a:stretch>
            <a:fillRect/>
          </a:stretch>
        </p:blipFill>
        <p:spPr bwMode="auto">
          <a:xfrm>
            <a:off x="0" y="47220"/>
            <a:ext cx="3733800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10494139" y="4419600"/>
            <a:ext cx="1676400" cy="2438400"/>
          </a:xfrm>
          <a:prstGeom prst="rect">
            <a:avLst/>
          </a:prstGeom>
          <a:solidFill>
            <a:srgbClr val="ED1B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ight Triangle 8"/>
          <p:cNvSpPr/>
          <p:nvPr userDrawn="1"/>
        </p:nvSpPr>
        <p:spPr>
          <a:xfrm rot="16200000">
            <a:off x="8436739" y="4800600"/>
            <a:ext cx="2438400" cy="1676400"/>
          </a:xfrm>
          <a:prstGeom prst="rtTriangle">
            <a:avLst/>
          </a:prstGeom>
          <a:solidFill>
            <a:srgbClr val="ED1B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0" name="Parallelogram 9"/>
          <p:cNvSpPr/>
          <p:nvPr userDrawn="1"/>
        </p:nvSpPr>
        <p:spPr>
          <a:xfrm>
            <a:off x="5312539" y="4419600"/>
            <a:ext cx="3581400" cy="2438400"/>
          </a:xfrm>
          <a:prstGeom prst="parallelogram">
            <a:avLst>
              <a:gd name="adj" fmla="val 69687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Parallelogram 10"/>
          <p:cNvSpPr/>
          <p:nvPr userDrawn="1"/>
        </p:nvSpPr>
        <p:spPr>
          <a:xfrm>
            <a:off x="8893939" y="1981200"/>
            <a:ext cx="3276600" cy="2438400"/>
          </a:xfrm>
          <a:prstGeom prst="parallelogram">
            <a:avLst>
              <a:gd name="adj" fmla="val 69687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97529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PT slide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99" t="3336" r="2499" b="85555"/>
          <a:stretch>
            <a:fillRect/>
          </a:stretch>
        </p:blipFill>
        <p:spPr bwMode="auto">
          <a:xfrm>
            <a:off x="0" y="47220"/>
            <a:ext cx="3733800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10494139" y="4419600"/>
            <a:ext cx="1676400" cy="2438400"/>
          </a:xfrm>
          <a:prstGeom prst="rect">
            <a:avLst/>
          </a:prstGeom>
          <a:solidFill>
            <a:srgbClr val="ED1B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ight Triangle 8"/>
          <p:cNvSpPr/>
          <p:nvPr userDrawn="1"/>
        </p:nvSpPr>
        <p:spPr>
          <a:xfrm rot="16200000">
            <a:off x="8436739" y="4800600"/>
            <a:ext cx="2438400" cy="1676400"/>
          </a:xfrm>
          <a:prstGeom prst="rtTriangle">
            <a:avLst/>
          </a:prstGeom>
          <a:solidFill>
            <a:srgbClr val="ED1B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0" name="Parallelogram 9"/>
          <p:cNvSpPr/>
          <p:nvPr userDrawn="1"/>
        </p:nvSpPr>
        <p:spPr>
          <a:xfrm>
            <a:off x="5312539" y="4419600"/>
            <a:ext cx="3581400" cy="2438400"/>
          </a:xfrm>
          <a:prstGeom prst="parallelogram">
            <a:avLst>
              <a:gd name="adj" fmla="val 69687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Parallelogram 10"/>
          <p:cNvSpPr/>
          <p:nvPr userDrawn="1"/>
        </p:nvSpPr>
        <p:spPr>
          <a:xfrm>
            <a:off x="8893939" y="1981200"/>
            <a:ext cx="3276600" cy="2438400"/>
          </a:xfrm>
          <a:prstGeom prst="parallelogram">
            <a:avLst>
              <a:gd name="adj" fmla="val 69687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68039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38933" y="2895948"/>
            <a:ext cx="71668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Central Zone - Learning</a:t>
            </a:r>
          </a:p>
        </p:txBody>
      </p:sp>
    </p:spTree>
    <p:extLst>
      <p:ext uri="{BB962C8B-B14F-4D97-AF65-F5344CB8AC3E}">
        <p14:creationId xmlns:p14="http://schemas.microsoft.com/office/powerpoint/2010/main" val="51409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958" y="4070903"/>
            <a:ext cx="2425408" cy="1588267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321" y="3213265"/>
            <a:ext cx="495163" cy="227115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001" y="5409695"/>
            <a:ext cx="637965" cy="24947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716549" y="3389025"/>
            <a:ext cx="1977459" cy="3004127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401015" y="2870046"/>
            <a:ext cx="2438290" cy="3868451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222" y="3482384"/>
            <a:ext cx="334281" cy="357377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932" y="3750669"/>
            <a:ext cx="334281" cy="35737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201" y="3692371"/>
            <a:ext cx="334281" cy="357377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52149">
            <a:off x="3562777" y="3584582"/>
            <a:ext cx="2648240" cy="1678072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385" y="1959676"/>
            <a:ext cx="899924" cy="206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44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Arial" pitchFamily="34" charset="0"/>
              </a:rPr>
              <a:t>| ALC-Raipur|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Arial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4813" y="1"/>
            <a:ext cx="1177187" cy="519924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643" y="3017852"/>
            <a:ext cx="3614072" cy="2427639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53173">
            <a:off x="5811400" y="3350864"/>
            <a:ext cx="1950716" cy="1927767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797" y="3427649"/>
            <a:ext cx="286660" cy="294223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669" y="4415372"/>
            <a:ext cx="286660" cy="294223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774" y="4917711"/>
            <a:ext cx="286660" cy="294223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130" y="3902872"/>
            <a:ext cx="286660" cy="294223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5" y="3984532"/>
            <a:ext cx="2134023" cy="1460960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456295">
            <a:off x="9446592" y="4141539"/>
            <a:ext cx="2874644" cy="483873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706" y="5174984"/>
            <a:ext cx="846168" cy="33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2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3015</TotalTime>
  <Words>9</Words>
  <Application>Microsoft Office PowerPoint</Application>
  <PresentationFormat>Widescreen</PresentationFormat>
  <Paragraphs>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맑은 고딕</vt:lpstr>
      <vt:lpstr>Arial</vt:lpstr>
      <vt:lpstr>Calibri</vt:lpstr>
      <vt:lpstr>Calibri Light</vt:lpstr>
      <vt:lpstr>Cambria</vt:lpstr>
      <vt:lpstr>1_Office Theme</vt:lpstr>
      <vt:lpstr>2_Office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YOGESH KUMAR GOLE</dc:creator>
  <cp:lastModifiedBy>YOGESH KUMAR GOLE</cp:lastModifiedBy>
  <cp:revision>16</cp:revision>
  <dcterms:created xsi:type="dcterms:W3CDTF">2025-12-10T09:39:22Z</dcterms:created>
  <dcterms:modified xsi:type="dcterms:W3CDTF">2026-02-09T10:34:52Z</dcterms:modified>
</cp:coreProperties>
</file>